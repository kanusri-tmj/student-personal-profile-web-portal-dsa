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9" r:id="rId15"/>
    <p:sldId id="347" r:id="rId16"/>
    <p:sldId id="348" r:id="rId17"/>
    <p:sldId id="350" r:id="rId18"/>
    <p:sldId id="351" r:id="rId19"/>
    <p:sldId id="33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12-03-2026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12-03-2026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Use 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Student </a:t>
            </a:r>
            <a:r>
              <a:rPr lang="en-US" sz="240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Personal Profile Web Portal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K ANUSRI</a:t>
            </a:r>
          </a:p>
          <a:p>
            <a:pPr marL="0" indent="0" algn="ctr">
              <a:buNone/>
            </a:pPr>
            <a:r>
              <a:rPr lang="en-US" sz="9600" dirty="0"/>
              <a:t>Student ID: 2520030432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3</a:t>
            </a:r>
          </a:p>
          <a:p>
            <a:pPr marL="0" indent="0" algn="ctr">
              <a:buNone/>
            </a:pPr>
            <a:r>
              <a:rPr lang="en-US" sz="11200" dirty="0"/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12-03-2026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IN" sz="8600" dirty="0" err="1">
                <a:solidFill>
                  <a:srgbClr val="00B050"/>
                </a:solidFill>
              </a:rPr>
              <a:t>Tanguturu</a:t>
            </a:r>
            <a:r>
              <a:rPr lang="en-IN" sz="8600" dirty="0">
                <a:solidFill>
                  <a:srgbClr val="00B050"/>
                </a:solidFill>
              </a:rPr>
              <a:t> SP Madhuri</a:t>
            </a:r>
          </a:p>
          <a:p>
            <a:pPr marL="0" indent="0" algn="ctr">
              <a:buNone/>
            </a:pPr>
            <a:r>
              <a:rPr lang="en-US" sz="8600">
                <a:solidFill>
                  <a:srgbClr val="00B050"/>
                </a:solidFill>
              </a:rPr>
              <a:t>Assistant </a:t>
            </a:r>
            <a:r>
              <a:rPr lang="en-US" sz="8600" dirty="0">
                <a:solidFill>
                  <a:srgbClr val="00B050"/>
                </a:solidFill>
              </a:rPr>
              <a:t>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US" dirty="0"/>
              <a:t>The Student Personal Profile Portal is a console-based application developed using Java to display and manage student information such as personal, academic, contact, address, qualification, dependent details, timetable, and attendance calculator. </a:t>
            </a:r>
          </a:p>
          <a:p>
            <a:r>
              <a:rPr lang="en-US" dirty="0"/>
              <a:t>This project demonstrates the implementation of Data Structures concepts such as HashMap for storing student credentials &amp; records, Stack for menu navigation history, &amp; Queue for handling attendance calculation requests. It also uses classes and objects to represent student data in an organized manner.</a:t>
            </a:r>
          </a:p>
          <a:p>
            <a:r>
              <a:rPr lang="en-US" dirty="0"/>
              <a:t>The project helps in understanding how Java programming and basic data structures can be used to manage and retrieve student information efficiently in a simple system.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733307-E115-BC8E-22B7-514A9C328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447" y="2178735"/>
            <a:ext cx="1068510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Student’s Portal 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oes not include a tool to calculate student attendance percentage.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need to manually track attendance or refer to separate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also a time taking process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calculate.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316" y="1825625"/>
            <a:ext cx="9789367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proposed system is a </a:t>
            </a:r>
            <a:r>
              <a:rPr lang="en-US" b="1" dirty="0"/>
              <a:t>HTML,CSS &amp; </a:t>
            </a:r>
            <a:r>
              <a:rPr lang="en-US" b="1" dirty="0" err="1"/>
              <a:t>Java.script</a:t>
            </a:r>
            <a:r>
              <a:rPr lang="en-US" b="1" dirty="0"/>
              <a:t>-based Student Personal Profile Web Portal</a:t>
            </a:r>
            <a:r>
              <a:rPr lang="en-US" dirty="0"/>
              <a:t> that allows students to securely log in using their </a:t>
            </a:r>
            <a:r>
              <a:rPr lang="en-US" b="1" dirty="0"/>
              <a:t>student ID and password</a:t>
            </a:r>
            <a:r>
              <a:rPr lang="en-US" dirty="0"/>
              <a:t> to access their personal and academic information.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system provides organized sections such as </a:t>
            </a:r>
            <a:r>
              <a:rPr lang="en-US" b="1" dirty="0"/>
              <a:t>Personal Information, Academic Details, Contact Details, Address Details, Qualification Details, Dependent Details, and Timetable</a:t>
            </a:r>
            <a:r>
              <a:rPr lang="en-US" dirty="0"/>
              <a:t>, making student data easy to view.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 </a:t>
            </a:r>
            <a:r>
              <a:rPr lang="en-US" b="1" dirty="0"/>
              <a:t>Attendance Calculator</a:t>
            </a:r>
            <a:r>
              <a:rPr lang="en-US" dirty="0"/>
              <a:t> is included for students to calculate their attendance percentage based on the number of classes conducted and attended.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system also includes an </a:t>
            </a:r>
            <a:r>
              <a:rPr lang="en-US" b="1" dirty="0"/>
              <a:t>Admin Login</a:t>
            </a:r>
            <a:r>
              <a:rPr lang="en-US" dirty="0"/>
              <a:t>, where the administrator can view student details by entering the student roll number.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system improves </a:t>
            </a:r>
            <a:r>
              <a:rPr lang="en-US" b="1" dirty="0"/>
              <a:t>data accessibility, organization, and efficiency</a:t>
            </a:r>
            <a:r>
              <a:rPr lang="en-US" dirty="0"/>
              <a:t>, making it easier for students and administrators to manage student information.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6D0CABE-3557-D712-EB98-326C2A09D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4036" y="1825625"/>
            <a:ext cx="54039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294"/>
            <a:ext cx="10515600" cy="48986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My Web portal contains </a:t>
            </a:r>
          </a:p>
          <a:p>
            <a:r>
              <a:rPr lang="en-US" dirty="0"/>
              <a:t>A Dashboard with :  Student’s Login</a:t>
            </a:r>
          </a:p>
          <a:p>
            <a:pPr marL="0" indent="0">
              <a:buNone/>
            </a:pPr>
            <a:r>
              <a:rPr lang="en-US" dirty="0"/>
              <a:t>                                       Admin’s login</a:t>
            </a:r>
          </a:p>
          <a:p>
            <a:r>
              <a:rPr lang="en-US" dirty="0"/>
              <a:t>When we login we can access the pages like</a:t>
            </a:r>
          </a:p>
          <a:p>
            <a:r>
              <a:rPr lang="en-US" dirty="0"/>
              <a:t>Student’s personal details</a:t>
            </a:r>
          </a:p>
          <a:p>
            <a:r>
              <a:rPr lang="en-US" dirty="0"/>
              <a:t>Student’s timetable</a:t>
            </a:r>
          </a:p>
          <a:p>
            <a:r>
              <a:rPr lang="en-US" dirty="0"/>
              <a:t>Student’s contact details</a:t>
            </a:r>
          </a:p>
          <a:p>
            <a:r>
              <a:rPr lang="en-US" dirty="0"/>
              <a:t>Student’s dependent details</a:t>
            </a:r>
          </a:p>
          <a:p>
            <a:r>
              <a:rPr lang="en-US" dirty="0"/>
              <a:t>Student’s qualification details</a:t>
            </a:r>
          </a:p>
          <a:p>
            <a:r>
              <a:rPr lang="en-US" dirty="0"/>
              <a:t>Student’s address details</a:t>
            </a:r>
          </a:p>
          <a:p>
            <a:r>
              <a:rPr lang="en-US" dirty="0"/>
              <a:t>Student’s attendance calculator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51336-4946-8EC5-C747-F54DEAA8D6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829" y="1832034"/>
            <a:ext cx="1065276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develop a </a:t>
            </a:r>
            <a:r>
              <a:rPr lang="en-US" sz="2400" b="1" dirty="0"/>
              <a:t>Student Personal Profile Portal</a:t>
            </a:r>
            <a:r>
              <a:rPr lang="en-US" sz="2400" dirty="0"/>
              <a:t> that allows students to securely log in and view their personal and academic information.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organize student information into structured sections such as </a:t>
            </a:r>
            <a:r>
              <a:rPr lang="en-US" sz="2400" b="1" dirty="0"/>
              <a:t>Personal Details, Contact Details, Address Details, Qualification Details, Dependent Details, and Timetable</a:t>
            </a:r>
            <a:r>
              <a:rPr lang="en-US" sz="2400" dirty="0"/>
              <a:t> for easy access.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implement an </a:t>
            </a:r>
            <a:r>
              <a:rPr lang="en-US" sz="2400" b="1" dirty="0"/>
              <a:t>Integrated Attendance Calculator</a:t>
            </a:r>
            <a:r>
              <a:rPr lang="en-US" sz="2400" dirty="0"/>
              <a:t> that automatically calculates the student’s attendance percentage.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provide a </a:t>
            </a:r>
            <a:r>
              <a:rPr lang="en-US" sz="2400" b="1" dirty="0"/>
              <a:t>quick and easy input system</a:t>
            </a:r>
            <a:r>
              <a:rPr lang="en-US" sz="2400" dirty="0"/>
              <a:t> where students can enter the total number of classes conducted and attended to get immediate attendance results.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design a simple </a:t>
            </a:r>
            <a:r>
              <a:rPr lang="en-US" sz="2400" b="1" dirty="0"/>
              <a:t>admin access system</a:t>
            </a:r>
            <a:r>
              <a:rPr lang="en-US" sz="2400" dirty="0"/>
              <a:t> that enables administrators to view student details using the student roll number.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310"/>
            <a:ext cx="10515600" cy="5134039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b="1" dirty="0"/>
              <a:t>1. CO1: Web Application Development Using HTML, CSS &amp; JavaScript</a:t>
            </a:r>
          </a:p>
          <a:p>
            <a:pPr marL="457200" lvl="1" indent="0">
              <a:buNone/>
            </a:pPr>
            <a:r>
              <a:rPr lang="en-US" dirty="0"/>
              <a:t>HTML structure, CSS styling, fonts, responsive design, and JS basics for interactivity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2. Co2: </a:t>
            </a:r>
            <a:r>
              <a:rPr lang="en-US" b="1" dirty="0"/>
              <a:t> Dynamic Data Display and Dashboard Design</a:t>
            </a:r>
          </a:p>
          <a:p>
            <a:pPr marL="457200" lvl="1" indent="0">
              <a:buNone/>
            </a:pPr>
            <a:r>
              <a:rPr lang="en-US" dirty="0"/>
              <a:t>Student &amp; admin dashboards, section panels, profile cards, tables, badges, and timetable display</a:t>
            </a:r>
          </a:p>
          <a:p>
            <a:pPr marL="457200" lvl="1" indent="0">
              <a:buNone/>
            </a:pPr>
            <a:r>
              <a:rPr lang="en-US" b="1" dirty="0"/>
              <a:t>3. Co3: User Authentication and Access Control</a:t>
            </a:r>
          </a:p>
          <a:p>
            <a:pPr marL="457200" lvl="1" indent="0">
              <a:buNone/>
            </a:pPr>
            <a:r>
              <a:rPr lang="en-US" dirty="0"/>
              <a:t>Student &amp; admin login modals, password validation, error handling, and role-based display</a:t>
            </a:r>
          </a:p>
          <a:p>
            <a:pPr marL="457200" lvl="1" indent="0">
              <a:buNone/>
            </a:pPr>
            <a:r>
              <a:rPr lang="en-US" b="1" dirty="0"/>
              <a:t>4. Co4: Interactive User Interface and UX Enhancements</a:t>
            </a:r>
          </a:p>
          <a:p>
            <a:pPr marL="457200" lvl="1" indent="0">
              <a:buNone/>
            </a:pPr>
            <a:r>
              <a:rPr lang="en-US" dirty="0"/>
              <a:t>Animations, hover effects, floating SVG figures, modal popups, responsive sidebar, and intuitive navigation</a:t>
            </a:r>
          </a:p>
          <a:p>
            <a:pPr marL="457200" lvl="1" indent="0">
              <a:buNone/>
            </a:pPr>
            <a:r>
              <a:rPr lang="en-US" b="1" dirty="0"/>
              <a:t>5. Co5: Data Management and Functional Tools and Functional Tools</a:t>
            </a:r>
          </a:p>
          <a:p>
            <a:pPr marL="457200" lvl="1" indent="0">
              <a:buNone/>
            </a:pPr>
            <a:r>
              <a:rPr lang="en-US" dirty="0"/>
              <a:t> Attendance calculator, search student records, structured data storage in objects, and potential for future database integration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b="1" dirty="0"/>
              <a:t>1. Co1: </a:t>
            </a:r>
            <a:r>
              <a:rPr lang="en-US" b="1" dirty="0"/>
              <a:t>Problem Analysis and Algorithmic Efficiency</a:t>
            </a:r>
            <a:endParaRPr lang="en-IN" b="1" dirty="0"/>
          </a:p>
          <a:p>
            <a:pPr marL="457200" lvl="1" indent="0">
              <a:buNone/>
            </a:pPr>
            <a:r>
              <a:rPr lang="en-US" dirty="0"/>
              <a:t>Sequential search (login), menu-based logic, attendance calculation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2. Co2: Abstract Data Types (ADTs)</a:t>
            </a:r>
          </a:p>
          <a:p>
            <a:pPr marL="457200" lvl="1" indent="0">
              <a:buNone/>
            </a:pPr>
            <a:r>
              <a:rPr lang="en-US" dirty="0"/>
              <a:t>Student class as ADT, dynamic storage using HashMap</a:t>
            </a:r>
          </a:p>
          <a:p>
            <a:pPr marL="457200" lvl="1" indent="0">
              <a:buNone/>
            </a:pPr>
            <a:r>
              <a:rPr lang="en-IN" b="1" dirty="0"/>
              <a:t>3. Co3: </a:t>
            </a:r>
            <a:r>
              <a:rPr lang="en-US" b="1" dirty="0"/>
              <a:t>Stacks, Queues, and Workflow Modeling</a:t>
            </a:r>
          </a:p>
          <a:p>
            <a:pPr marL="457200" lvl="1" indent="0">
              <a:buNone/>
            </a:pPr>
            <a:r>
              <a:rPr lang="en-US" dirty="0"/>
              <a:t>Stack for menu navigation, Queue for attendance requests</a:t>
            </a:r>
          </a:p>
          <a:p>
            <a:pPr marL="457200" lvl="1" indent="0">
              <a:buNone/>
            </a:pPr>
            <a:r>
              <a:rPr lang="en-US" b="1" dirty="0"/>
              <a:t>4. </a:t>
            </a:r>
            <a:r>
              <a:rPr lang="en-US" b="1"/>
              <a:t>Co4: Hash-Based </a:t>
            </a:r>
            <a:r>
              <a:rPr lang="en-US" b="1" dirty="0"/>
              <a:t>Data Structures and Java Collections</a:t>
            </a:r>
          </a:p>
          <a:p>
            <a:pPr marL="457200" lvl="1" indent="0">
              <a:buNone/>
            </a:pPr>
            <a:r>
              <a:rPr lang="en-US" dirty="0"/>
              <a:t>HashMap for credentials and student details, fast lookup</a:t>
            </a:r>
            <a:endParaRPr lang="en-IN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1716CF-8ABD-A9B7-8954-C9E52D506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2793" y="1825625"/>
            <a:ext cx="920641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79D1-9FF2-C009-ED6E-FEB1F1BB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0CC50-DCAF-F4BE-69C7-E49DA3094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3704E-9E68-D80C-FC4E-CC31CF04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C9A2C-33C3-F486-7C5A-C01FF872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3399B37-9B73-DA09-7926-D6D70FEF7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540" y="1825625"/>
            <a:ext cx="81449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90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10B60B-0EF9-8634-FC98-B6F898803D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1788" y="1488024"/>
            <a:ext cx="1053084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personal profile web portal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organized, step-by-step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Maintains all student details including personal, academic, dependent, and contact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 Calculator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added for easy calculation of attendance percentage.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 provides a more interactive and accessible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 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complementary tool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existing systems like KL ERP for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efficiency in tracking and managing student data in a modern way.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2D3EB2-1E62-2875-D0E2-72E4A2295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AE89-BD4C-6FDF-BE88-F4243CFA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9F6B13-1B32-1CF5-1E09-11E5B0C94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9B33B-6FD1-6E5C-4159-E43CC249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B69B6-AFBF-8AC3-1053-4DB08276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8E721-8B4C-860F-38D0-F1DD9B42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73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E030-A058-7F8C-6FB9-B25478DA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AEA42A-DBA2-05DF-E94A-B764E9557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42F73-0A4A-9D5E-BE5B-0AEDF8AE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4E51-FFFF-A40E-DC9E-124BF8B0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81FF-6F95-2653-F007-7BCDC8AC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44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4179</TotalTime>
  <Words>1061</Words>
  <Application>Microsoft Office PowerPoint</Application>
  <PresentationFormat>Widescreen</PresentationFormat>
  <Paragraphs>167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 Student Personal Profile Web Portal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PowerPoint Presentation</vt:lpstr>
      <vt:lpstr>Conclusion</vt:lpstr>
      <vt:lpstr>Geo- Tag Photos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anusrirajesh1213@outlook.com</cp:lastModifiedBy>
  <cp:revision>77</cp:revision>
  <dcterms:created xsi:type="dcterms:W3CDTF">2022-05-20T10:20:31Z</dcterms:created>
  <dcterms:modified xsi:type="dcterms:W3CDTF">2026-03-12T02:41:08Z</dcterms:modified>
</cp:coreProperties>
</file>