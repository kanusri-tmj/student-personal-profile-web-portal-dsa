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1"/>
  </p:notesMasterIdLst>
  <p:handoutMasterIdLst>
    <p:handoutMasterId r:id="rId22"/>
  </p:handoutMasterIdLst>
  <p:sldIdLst>
    <p:sldId id="261" r:id="rId3"/>
    <p:sldId id="314" r:id="rId4"/>
    <p:sldId id="322" r:id="rId5"/>
    <p:sldId id="323" r:id="rId6"/>
    <p:sldId id="266" r:id="rId7"/>
    <p:sldId id="341" r:id="rId8"/>
    <p:sldId id="342" r:id="rId9"/>
    <p:sldId id="343" r:id="rId10"/>
    <p:sldId id="344" r:id="rId11"/>
    <p:sldId id="345" r:id="rId12"/>
    <p:sldId id="346" r:id="rId13"/>
    <p:sldId id="340" r:id="rId14"/>
    <p:sldId id="349" r:id="rId15"/>
    <p:sldId id="347" r:id="rId16"/>
    <p:sldId id="348" r:id="rId17"/>
    <p:sldId id="350" r:id="rId18"/>
    <p:sldId id="351" r:id="rId19"/>
    <p:sldId id="33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BCDB23-F71F-45AC-95C4-53EA35851854}" v="25" dt="2026-03-04T03:42:43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833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12-03-2026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12-03-2026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12-03-2026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12-03-2026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INSTRUCTIONS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Use Font size 22 to 28 and Font Style </a:t>
            </a:r>
            <a:r>
              <a:rPr lang="en-IN" b="0" i="0" dirty="0">
                <a:solidFill>
                  <a:srgbClr val="0A0A0A"/>
                </a:solidFill>
                <a:effectLst/>
                <a:latin typeface="Google Sans"/>
              </a:rPr>
              <a:t>Times New Roman </a:t>
            </a:r>
            <a:r>
              <a:rPr lang="en-IN" dirty="0"/>
              <a:t>(body)</a:t>
            </a:r>
          </a:p>
          <a:p>
            <a:r>
              <a:rPr lang="en-IN" dirty="0"/>
              <a:t>Do not change the Template: Heading / Title of the slides</a:t>
            </a:r>
          </a:p>
          <a:p>
            <a:r>
              <a:rPr lang="en-IN" dirty="0"/>
              <a:t>Do not change font style or colours</a:t>
            </a:r>
          </a:p>
          <a:p>
            <a:r>
              <a:rPr lang="en-IN" dirty="0"/>
              <a:t>Do not copy paste paragraphs: use only Bullet Points</a:t>
            </a:r>
          </a:p>
          <a:p>
            <a:r>
              <a:rPr lang="en-IN" dirty="0"/>
              <a:t>Maximum slide Limit is 20 only</a:t>
            </a:r>
          </a:p>
          <a:p>
            <a:r>
              <a:rPr lang="en-IN" dirty="0"/>
              <a:t>As per the number of supervisor allotted adopt slide-2 or slide-3</a:t>
            </a:r>
          </a:p>
          <a:p>
            <a:r>
              <a:rPr lang="en-IN" dirty="0"/>
              <a:t>Please display the required meaningful Content or images or tables </a:t>
            </a:r>
          </a:p>
          <a:p>
            <a:r>
              <a:rPr lang="en-IN" dirty="0"/>
              <a:t>Change the footer accordingly using insert tab then click on header &amp; footer tab and edit it</a:t>
            </a:r>
          </a:p>
          <a:p>
            <a:r>
              <a:rPr lang="en-IN" dirty="0"/>
              <a:t>Save the PPT with Register No, Dept and Review no,  example: </a:t>
            </a:r>
            <a:r>
              <a:rPr lang="en-US" dirty="0"/>
              <a:t>23xxxxxxxxx_CSE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E338F-74DD-D142-8C58-9E4C5E66F6E8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39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Student </a:t>
            </a:r>
            <a:r>
              <a:rPr lang="en-US" sz="240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Personal Profile Web Portal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K ANUSRI</a:t>
            </a:r>
          </a:p>
          <a:p>
            <a:pPr marL="0" indent="0" algn="ctr">
              <a:buNone/>
            </a:pPr>
            <a:r>
              <a:rPr lang="en-US" sz="9600" dirty="0"/>
              <a:t>Student ID: 2520030432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 3</a:t>
            </a:r>
          </a:p>
          <a:p>
            <a:pPr marL="0" indent="0" algn="ctr">
              <a:buNone/>
            </a:pPr>
            <a:r>
              <a:rPr lang="en-US" sz="11200" dirty="0"/>
              <a:t>Section: 12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12-03-2026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361" y="5015918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Dr. </a:t>
            </a:r>
            <a:r>
              <a:rPr lang="en-IN" sz="8600" dirty="0">
                <a:solidFill>
                  <a:srgbClr val="00B050"/>
                </a:solidFill>
              </a:rPr>
              <a:t>N Chaitanya Kumar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OUTLINE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Abstract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Existing System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Proposed System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System Architecture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Project Modules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Objectives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FWD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DSA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Screen Shots for FWD &amp; DSA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Conclusion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Geo-Tagged Photos</a:t>
            </a:r>
          </a:p>
          <a:p>
            <a:pPr marL="514350" indent="-514350">
              <a:buFont typeface="+mj-lt"/>
              <a:buAutoNum type="arabicPeriod"/>
            </a:pPr>
            <a:endParaRPr lang="en-IN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81120-93CB-BF4D-9125-DC4781C9106A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39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IN" dirty="0"/>
          </a:p>
          <a:p>
            <a:r>
              <a:rPr lang="en-US" dirty="0"/>
              <a:t>The </a:t>
            </a:r>
            <a:r>
              <a:rPr lang="en-US" b="1" dirty="0"/>
              <a:t>Student Personal Profile Web Portal </a:t>
            </a:r>
            <a:r>
              <a:rPr lang="en-US" dirty="0"/>
              <a:t>is a console-based application developed using </a:t>
            </a:r>
            <a:r>
              <a:rPr lang="en-US" b="1" dirty="0"/>
              <a:t>Java</a:t>
            </a:r>
            <a:r>
              <a:rPr lang="en-US" dirty="0"/>
              <a:t> to display and manage student information such as personal, academic, contact, address, qualification &amp; dependent details, timetable, and attendance calculator. </a:t>
            </a:r>
          </a:p>
          <a:p>
            <a:r>
              <a:rPr lang="en-US" dirty="0"/>
              <a:t>This project demonstrates the implementation of </a:t>
            </a:r>
            <a:r>
              <a:rPr lang="en-US" b="1" dirty="0"/>
              <a:t>Data Structures</a:t>
            </a:r>
            <a:r>
              <a:rPr lang="en-US" dirty="0"/>
              <a:t> concepts such as </a:t>
            </a:r>
            <a:r>
              <a:rPr lang="en-US" b="1" dirty="0"/>
              <a:t>Searching</a:t>
            </a:r>
            <a:r>
              <a:rPr lang="en-US" dirty="0"/>
              <a:t> for a specific information, </a:t>
            </a:r>
            <a:r>
              <a:rPr lang="en-US" b="1" dirty="0"/>
              <a:t>HashMap</a:t>
            </a:r>
            <a:r>
              <a:rPr lang="en-US" dirty="0"/>
              <a:t> for storing student credentials &amp; records, </a:t>
            </a:r>
            <a:r>
              <a:rPr lang="en-US" b="1" dirty="0"/>
              <a:t>Stack</a:t>
            </a:r>
            <a:r>
              <a:rPr lang="en-US" dirty="0"/>
              <a:t> for menu navigation history, &amp; </a:t>
            </a:r>
            <a:r>
              <a:rPr lang="en-US" b="1" dirty="0"/>
              <a:t>Queue</a:t>
            </a:r>
            <a:r>
              <a:rPr lang="en-US" dirty="0"/>
              <a:t> for handling attendance calculation requests. It also uses </a:t>
            </a:r>
            <a:r>
              <a:rPr lang="en-US" b="1" dirty="0"/>
              <a:t>classes</a:t>
            </a:r>
            <a:r>
              <a:rPr lang="en-US" dirty="0"/>
              <a:t> and </a:t>
            </a:r>
            <a:r>
              <a:rPr lang="en-US" b="1" dirty="0"/>
              <a:t>objects</a:t>
            </a:r>
            <a:r>
              <a:rPr lang="en-US" dirty="0"/>
              <a:t> to represent student data in an organized manner.</a:t>
            </a:r>
          </a:p>
          <a:p>
            <a:r>
              <a:rPr lang="en-US" dirty="0"/>
              <a:t>The project helps in understanding how Java programming and basic data structures can be used to manage and retrieve student information efficiently in a simple system.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733307-E115-BC8E-22B7-514A9C3289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53447" y="1963292"/>
            <a:ext cx="10685105" cy="3385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latin typeface="Arial" panose="020B0604020202020204" pitchFamily="34" charset="0"/>
              </a:rPr>
              <a:t>Student’s Portals such as Power School, </a:t>
            </a:r>
            <a:r>
              <a:rPr lang="en-US" altLang="en-US" dirty="0" err="1">
                <a:latin typeface="Arial" panose="020B0604020202020204" pitchFamily="34" charset="0"/>
              </a:rPr>
              <a:t>openSIS</a:t>
            </a:r>
            <a:r>
              <a:rPr lang="en-US" altLang="en-US" dirty="0">
                <a:latin typeface="Arial" panose="020B0604020202020204" pitchFamily="34" charset="0"/>
              </a:rPr>
              <a:t>, School Tool 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oes not include a tool to calculate student attendance percentage.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Students need to manually track attendance or refer to separate reports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It’s also a time taking process to calculate.</a:t>
            </a:r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1316" y="1825625"/>
            <a:ext cx="9789367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proposed system is a </a:t>
            </a:r>
            <a:r>
              <a:rPr lang="en-US" b="1" dirty="0"/>
              <a:t>JAVA-based and used Data Structures concepts to built this  Student Personal Profile Web Portal</a:t>
            </a:r>
            <a:r>
              <a:rPr lang="en-US" dirty="0"/>
              <a:t> that allows students to securely log in using their </a:t>
            </a:r>
            <a:r>
              <a:rPr lang="en-US" b="1" dirty="0"/>
              <a:t>student ID and password</a:t>
            </a:r>
            <a:r>
              <a:rPr lang="en-US" dirty="0"/>
              <a:t> to access their personal and academic information.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system provides organized sections such as </a:t>
            </a:r>
            <a:r>
              <a:rPr lang="en-US" b="1" dirty="0"/>
              <a:t>Personal Information, Academic Details, Contact Details, Address Details, Qualification Details, Dependent Details, and Timetable</a:t>
            </a:r>
            <a:r>
              <a:rPr lang="en-US" dirty="0"/>
              <a:t>, making student data easy to view.</a:t>
            </a:r>
            <a:br>
              <a:rPr lang="en-US" dirty="0"/>
            </a:br>
            <a:endParaRPr lang="en-US" dirty="0"/>
          </a:p>
          <a:p>
            <a:r>
              <a:rPr lang="en-US" dirty="0"/>
              <a:t>An </a:t>
            </a:r>
            <a:r>
              <a:rPr lang="en-US" b="1" dirty="0"/>
              <a:t>Attendance Calculator</a:t>
            </a:r>
            <a:r>
              <a:rPr lang="en-US" dirty="0"/>
              <a:t> is included for students to calculate their attendance percentage based on the number of classes conducted and attended.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system also includes an </a:t>
            </a:r>
            <a:r>
              <a:rPr lang="en-US" b="1" dirty="0"/>
              <a:t>Admin Login</a:t>
            </a:r>
            <a:r>
              <a:rPr lang="en-US" dirty="0"/>
              <a:t>, where the administrator can view student details by entering the student roll number.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system improves </a:t>
            </a:r>
            <a:r>
              <a:rPr lang="en-US" b="1" dirty="0"/>
              <a:t>data accessibility, organization, and efficiency</a:t>
            </a:r>
            <a:r>
              <a:rPr lang="en-US" dirty="0"/>
              <a:t>, making it easier for students and administrators to manage student information.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774473E-BDA9-DA70-8BC5-4522EA8642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2464" y="1825625"/>
            <a:ext cx="540707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8294"/>
            <a:ext cx="10515600" cy="48986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My Web portal contains </a:t>
            </a:r>
          </a:p>
          <a:p>
            <a:r>
              <a:rPr lang="en-US" dirty="0"/>
              <a:t>A Dashboard with :  Student’s Login</a:t>
            </a:r>
          </a:p>
          <a:p>
            <a:pPr marL="0" indent="0">
              <a:buNone/>
            </a:pPr>
            <a:r>
              <a:rPr lang="en-US" dirty="0"/>
              <a:t>                                       Admin’s login</a:t>
            </a:r>
          </a:p>
          <a:p>
            <a:pPr marL="0" indent="0">
              <a:buNone/>
            </a:pPr>
            <a:r>
              <a:rPr lang="en-US" b="1" dirty="0"/>
              <a:t>When we login we can access the pages like : </a:t>
            </a:r>
          </a:p>
          <a:p>
            <a:r>
              <a:rPr lang="en-US" dirty="0"/>
              <a:t>Student’s personal details</a:t>
            </a:r>
          </a:p>
          <a:p>
            <a:r>
              <a:rPr lang="en-US" dirty="0"/>
              <a:t>Student’s timetable</a:t>
            </a:r>
          </a:p>
          <a:p>
            <a:r>
              <a:rPr lang="en-US" dirty="0"/>
              <a:t>Student’s contact details</a:t>
            </a:r>
          </a:p>
          <a:p>
            <a:r>
              <a:rPr lang="en-US" dirty="0"/>
              <a:t>Student’s dependent details</a:t>
            </a:r>
          </a:p>
          <a:p>
            <a:r>
              <a:rPr lang="en-US" dirty="0"/>
              <a:t>Student’s qualification details</a:t>
            </a:r>
          </a:p>
          <a:p>
            <a:r>
              <a:rPr lang="en-US" dirty="0"/>
              <a:t>Student’s address details</a:t>
            </a:r>
          </a:p>
          <a:p>
            <a:r>
              <a:rPr lang="en-US" dirty="0"/>
              <a:t>Student’s attendance calculator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51336-4946-8EC5-C747-F54DEAA8D69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40829" y="1832034"/>
            <a:ext cx="10652760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develop a </a:t>
            </a:r>
            <a:r>
              <a:rPr lang="en-US" sz="2400" b="1" dirty="0"/>
              <a:t>Student Personal Profile Web Portal</a:t>
            </a:r>
            <a:r>
              <a:rPr lang="en-US" sz="2400" dirty="0"/>
              <a:t> that allows students to securely log in and view their personal and academic information.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organize student information into structured sections such as </a:t>
            </a:r>
            <a:r>
              <a:rPr lang="en-US" sz="2400" b="1" dirty="0"/>
              <a:t>Personal Details, Contact Details, Address Details, Qualification Details, Dependent Details, and Timetable</a:t>
            </a:r>
            <a:r>
              <a:rPr lang="en-US" sz="2400" dirty="0"/>
              <a:t> for easy access.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implement an </a:t>
            </a:r>
            <a:r>
              <a:rPr lang="en-US" sz="2400" b="1" dirty="0"/>
              <a:t>Integrated Attendance Calculator</a:t>
            </a:r>
            <a:r>
              <a:rPr lang="en-US" sz="2400" dirty="0"/>
              <a:t> that automatically calculates the student’s attendance percentage.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provide a </a:t>
            </a:r>
            <a:r>
              <a:rPr lang="en-US" sz="2400" b="1" dirty="0"/>
              <a:t>quick and easy input system</a:t>
            </a:r>
            <a:r>
              <a:rPr lang="en-US" sz="2400" dirty="0"/>
              <a:t> where students can enter the total number of classes conducted and attended to get immediate attendance results.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design a simple </a:t>
            </a:r>
            <a:r>
              <a:rPr lang="en-US" sz="2400" b="1" dirty="0"/>
              <a:t>admin access system</a:t>
            </a:r>
            <a:r>
              <a:rPr lang="en-US" sz="2400" dirty="0"/>
              <a:t> that enables administrators to view student details using the student roll number.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2310"/>
            <a:ext cx="10515600" cy="5134039"/>
          </a:xfrm>
        </p:spPr>
        <p:txBody>
          <a:bodyPr>
            <a:normAutofit lnSpcReduction="10000"/>
          </a:bodyPr>
          <a:lstStyle/>
          <a:p>
            <a:pPr marL="457200" lvl="1" indent="0">
              <a:buNone/>
            </a:pPr>
            <a:r>
              <a:rPr lang="en-US" b="1" dirty="0"/>
              <a:t>1. CO1: Web Application Development Using HTML, CSS &amp; JavaScript</a:t>
            </a:r>
          </a:p>
          <a:p>
            <a:pPr marL="457200" lvl="1" indent="0">
              <a:buNone/>
            </a:pPr>
            <a:r>
              <a:rPr lang="en-US" dirty="0"/>
              <a:t>HTML structure, CSS styling, fonts, responsive design, and JS basics for interactivity</a:t>
            </a:r>
            <a:endParaRPr lang="en-IN" dirty="0"/>
          </a:p>
          <a:p>
            <a:pPr marL="457200" lvl="1" indent="0">
              <a:buNone/>
            </a:pPr>
            <a:r>
              <a:rPr lang="en-IN" b="1" dirty="0"/>
              <a:t>2. Co2: </a:t>
            </a:r>
            <a:r>
              <a:rPr lang="en-US" b="1" dirty="0"/>
              <a:t> Dynamic Data Display and Dashboard Design</a:t>
            </a:r>
          </a:p>
          <a:p>
            <a:pPr marL="457200" lvl="1" indent="0">
              <a:buNone/>
            </a:pPr>
            <a:r>
              <a:rPr lang="en-US" dirty="0"/>
              <a:t>Student &amp; admin dashboards, section panels, profile cards, tables, badges, and timetable display</a:t>
            </a:r>
          </a:p>
          <a:p>
            <a:pPr marL="457200" lvl="1" indent="0">
              <a:buNone/>
            </a:pPr>
            <a:r>
              <a:rPr lang="en-US" b="1" dirty="0"/>
              <a:t>3. Co3: User Authentication and Access Control</a:t>
            </a:r>
          </a:p>
          <a:p>
            <a:pPr marL="457200" lvl="1" indent="0">
              <a:buNone/>
            </a:pPr>
            <a:r>
              <a:rPr lang="en-US" dirty="0"/>
              <a:t>Student &amp; admin login modals, password validation, error handling, and role-based display</a:t>
            </a:r>
          </a:p>
          <a:p>
            <a:pPr marL="457200" lvl="1" indent="0">
              <a:buNone/>
            </a:pPr>
            <a:r>
              <a:rPr lang="en-US" b="1" dirty="0"/>
              <a:t>4. Co4: Interactive User Interface and UX Enhancements</a:t>
            </a:r>
          </a:p>
          <a:p>
            <a:pPr marL="457200" lvl="1" indent="0">
              <a:buNone/>
            </a:pPr>
            <a:r>
              <a:rPr lang="en-US" dirty="0"/>
              <a:t>Animations, hover effects, floating SVG figures, modal popups, responsive sidebar, and intuitive navigation</a:t>
            </a:r>
          </a:p>
          <a:p>
            <a:pPr marL="457200" lvl="1" indent="0">
              <a:buNone/>
            </a:pPr>
            <a:r>
              <a:rPr lang="en-US" b="1" dirty="0"/>
              <a:t>5. Co5: Data Management and Functional Tools and Functional Tools</a:t>
            </a:r>
          </a:p>
          <a:p>
            <a:pPr marL="457200" lvl="1" indent="0">
              <a:buNone/>
            </a:pPr>
            <a:r>
              <a:rPr lang="en-US" dirty="0"/>
              <a:t> Attendance calculator, search student records, structured data storage in objects, and potential for future database integration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IN" b="1" dirty="0"/>
              <a:t>1. Co1: </a:t>
            </a:r>
            <a:r>
              <a:rPr lang="en-US" b="1" dirty="0"/>
              <a:t>Problem Analysis and Algorithmic Efficiency</a:t>
            </a:r>
            <a:endParaRPr lang="en-IN" b="1" dirty="0"/>
          </a:p>
          <a:p>
            <a:pPr marL="457200" lvl="1" indent="0">
              <a:buNone/>
            </a:pPr>
            <a:r>
              <a:rPr lang="en-US" dirty="0"/>
              <a:t>Sequential search (login), menu-based logic, attendance calculation</a:t>
            </a:r>
            <a:endParaRPr lang="en-IN" dirty="0"/>
          </a:p>
          <a:p>
            <a:pPr marL="457200" lvl="1" indent="0">
              <a:buNone/>
            </a:pPr>
            <a:r>
              <a:rPr lang="en-IN" b="1" dirty="0"/>
              <a:t>2. Co2: Abstract Data Types (ADTs)</a:t>
            </a:r>
          </a:p>
          <a:p>
            <a:pPr marL="457200" lvl="1" indent="0">
              <a:buNone/>
            </a:pPr>
            <a:r>
              <a:rPr lang="en-US" dirty="0"/>
              <a:t>Student class as ADT, dynamic storage using HashMap</a:t>
            </a:r>
          </a:p>
          <a:p>
            <a:pPr marL="457200" lvl="1" indent="0">
              <a:buNone/>
            </a:pPr>
            <a:r>
              <a:rPr lang="en-IN" b="1" dirty="0"/>
              <a:t>3. Co3: </a:t>
            </a:r>
            <a:r>
              <a:rPr lang="en-US" b="1" dirty="0"/>
              <a:t>Stacks, Queues, and Workflow Modeling</a:t>
            </a:r>
          </a:p>
          <a:p>
            <a:pPr marL="457200" lvl="1" indent="0">
              <a:buNone/>
            </a:pPr>
            <a:r>
              <a:rPr lang="en-US" dirty="0"/>
              <a:t>Stack for menu navigation, Queue for attendance requests</a:t>
            </a:r>
          </a:p>
          <a:p>
            <a:pPr marL="457200" lvl="1" indent="0">
              <a:buNone/>
            </a:pPr>
            <a:r>
              <a:rPr lang="en-US" b="1" dirty="0"/>
              <a:t>4. </a:t>
            </a:r>
            <a:r>
              <a:rPr lang="en-US" b="1"/>
              <a:t>Co4: Hash-Based </a:t>
            </a:r>
            <a:r>
              <a:rPr lang="en-US" b="1" dirty="0"/>
              <a:t>Data Structures and Java Collections</a:t>
            </a:r>
          </a:p>
          <a:p>
            <a:pPr marL="457200" lvl="1" indent="0">
              <a:buNone/>
            </a:pPr>
            <a:r>
              <a:rPr lang="en-US" dirty="0"/>
              <a:t>HashMap for credentials and student details, fast lookup</a:t>
            </a:r>
            <a:endParaRPr lang="en-IN" b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41716CF-8ABD-A9B7-8954-C9E52D506F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2793" y="1825625"/>
            <a:ext cx="9206413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979D1-9FF2-C009-ED6E-FEB1F1BBE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90CC50-DCAF-F4BE-69C7-E49DA3094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3704E-9E68-D80C-FC4E-CC31CF040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C9A2C-33C3-F486-7C5A-C01FF8725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3399B37-9B73-DA09-7926-D6D70FEF70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3540" y="1825625"/>
            <a:ext cx="81449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990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10B60B-0EF9-8634-FC98-B6F898803D0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01788" y="1457246"/>
            <a:ext cx="10530841" cy="45858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Developed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student personal profile web portal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 organized, step-by-step navigation.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Maintains all student details including personal, academic, dependent, and contact information.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Attendance Calculator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added for easy calculation of attendance percentage.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User-friendly interface provides a more interactive and accessible experience.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Acts as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complementary tool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existing systems like Student portals like </a:t>
            </a:r>
            <a:r>
              <a:rPr lang="en-US" altLang="en-US" sz="2400" dirty="0">
                <a:latin typeface="Arial" panose="020B0604020202020204" pitchFamily="34" charset="0"/>
              </a:rPr>
              <a:t>Power School, </a:t>
            </a:r>
            <a:r>
              <a:rPr lang="en-US" altLang="en-US" sz="2400" dirty="0" err="1">
                <a:latin typeface="Arial" panose="020B0604020202020204" pitchFamily="34" charset="0"/>
              </a:rPr>
              <a:t>openSIS</a:t>
            </a:r>
            <a:r>
              <a:rPr lang="en-US" altLang="en-US" sz="2400">
                <a:latin typeface="Arial" panose="020B0604020202020204" pitchFamily="34" charset="0"/>
              </a:rPr>
              <a:t>, School Tool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 students.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Enhances efficiency in tracking and managing student data in a modern way.</a:t>
            </a:r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02D3EB2-1E62-2875-D0E2-72E4A22956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5108" y="1825625"/>
            <a:ext cx="5801784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EAE89-BD4C-6FDF-BE88-F4243CFAE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89F6B13-1B32-1CF5-1E09-11E5B0C946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5108" y="1825625"/>
            <a:ext cx="5801784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9B33B-6FD1-6E5C-4159-E43CC2497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B69B6-AFBF-8AC3-1053-4DB08276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8E721-8B4C-860F-38D0-F1DD9B42A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5739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1E030-A058-7F8C-6FB9-B25478DAF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7AEA42A-DBA2-05DF-E94A-B764E9557A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5108" y="1825625"/>
            <a:ext cx="5801784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F42F73-0A4A-9D5E-BE5B-0AEDF8AE1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E4E51-FFFF-A40E-DC9E-124BF8B0F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81FF-6F95-2653-F007-7BCDC8AC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449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4293</TotalTime>
  <Words>1091</Words>
  <Application>Microsoft Office PowerPoint</Application>
  <PresentationFormat>Widescreen</PresentationFormat>
  <Paragraphs>167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Google Sans</vt:lpstr>
      <vt:lpstr>Office Theme</vt:lpstr>
      <vt:lpstr>Custom Design</vt:lpstr>
      <vt:lpstr>INSTRUCTIONS</vt:lpstr>
      <vt:lpstr>Title: Student Personal Profile Web Portal</vt:lpstr>
      <vt:lpstr>OUTLINE</vt:lpstr>
      <vt:lpstr>Abstract</vt:lpstr>
      <vt:lpstr>Existing System </vt:lpstr>
      <vt:lpstr>Proposed System</vt:lpstr>
      <vt:lpstr>System Architecture</vt:lpstr>
      <vt:lpstr>Project Modules</vt:lpstr>
      <vt:lpstr>Objectives</vt:lpstr>
      <vt:lpstr>Co’s Attainments - FWD</vt:lpstr>
      <vt:lpstr>Co’s Attainments - DSA</vt:lpstr>
      <vt:lpstr>Screenshots for FWD &amp; DSA</vt:lpstr>
      <vt:lpstr>PowerPoint Presentation</vt:lpstr>
      <vt:lpstr>Conclusion</vt:lpstr>
      <vt:lpstr>Geo- Tag Photos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anusrirajesh1213@outlook.com</cp:lastModifiedBy>
  <cp:revision>96</cp:revision>
  <dcterms:created xsi:type="dcterms:W3CDTF">2022-05-20T10:20:31Z</dcterms:created>
  <dcterms:modified xsi:type="dcterms:W3CDTF">2026-03-12T04:49:27Z</dcterms:modified>
</cp:coreProperties>
</file>